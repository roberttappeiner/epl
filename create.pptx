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EF4E4C-CAD6-F0FA-D155-5FD555061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B01580-F2E0-6573-F54E-ECEFDA993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65130C-60C4-4612-0B0D-FA105489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CAF163-EE1E-1E50-EEC8-9CD84138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786CE7-AED1-47E4-3913-3D7C8357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60074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DEA9C4-1099-2B0C-97A8-D3500BDC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38B6E-9D13-A720-40A4-DC2889B03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0986B9-794A-30D0-951A-784BFB43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A11C9C-84F5-77BF-4DB4-587B8B78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E405A8-10E4-D65B-0C2E-A79BC23B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61796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6AFAD-B517-6B6D-74FB-6E47ED3C4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EE14CC-2DB4-C22C-7B4A-5A6E8420F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3D15C-C765-3A8F-7D1F-CC5973A1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EC2517-F8D2-6997-B3FA-5CAE2DC3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72FC96-4FF9-7273-86D9-AE90DDC6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231986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5BD1F2-297D-4A2F-EEBF-32D4E306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82B0B6-F5C7-D342-8E35-2BB06D62B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1EB34C-24B6-59A7-FCD4-1E56BB4C7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35050B-4509-DBC0-DB0B-EE7007CA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11FB27-0D0E-3C68-C406-847C8AEA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97DA25-C328-5AE9-1CAA-4BEEC125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93704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64269-B24E-18A9-D57E-C0089394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DF2BD3-758A-7AD7-9882-973337E3F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732D6C-5E25-A2B1-24C5-C951833ED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752B30-AAE8-263F-74FF-338724F28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0A54AC-8580-BA5C-F0D1-F17520E5B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501C1A9-4071-68E3-722F-AE4C62B0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B5D6D9-2696-43B7-FA68-B92B33D6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63E5B8-A011-B5BB-B0A1-7AEA49BF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31011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76E65F-DC5A-EA31-1759-39163FDA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0E737D-3259-94DC-11DE-86DBBB08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09D436-AE2E-B180-95BE-0F6ED37B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BBEC50-C078-8C42-2BC7-CC0B4FB6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0442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E0FF1B-E753-7C97-EBC3-9A0B0634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0F1E91F-416B-6DAD-E129-1E98BF63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E51B1B-7DBB-C1A2-4EC3-753E69D1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881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8ABDB-1891-5094-98BB-A9E5A8EE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27690D-266C-0E38-CF00-C7A972B1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916487-B10C-4291-0AAA-D16317621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9D3E9F-C63F-1E28-1559-CDF0A4BE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0B3AA0-A183-A0D3-666B-9B7DE413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2461CB-91DB-9D54-8E4E-6A2EDA7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75184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28C16-1DF0-03BF-5E0D-DDA62A8A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9ADCFFE-721F-0CF1-111C-FCDF835E6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I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322755-BA36-BADB-CBDE-E7D5B56C8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FBB10E-B6CD-A830-399D-EE06A4F0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B02161-C807-17D1-7F12-4AE31A3E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B64421-C611-8111-6ABB-D2FF7DF4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35279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6DAEF1-4DB6-4E84-2213-C21DFE06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E4E070-3596-CC41-EA32-63481462D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41514-E332-C947-C1CB-868F1BE0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D31288-220D-ACB3-F239-6DC888FE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CD1459-3B3D-776C-9395-0439AD61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90653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742DA74-40A2-77BD-DC5D-CEAB1F3B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FE051F-7B2D-32AE-1E5C-F3D25D220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28248B-304C-40FF-194E-11006ECC9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5A2B6D-A237-9F2B-FD0A-B373184B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D05C6-FBDE-AE4D-6034-E85B61FC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129778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BB81FA-A106-C255-BDC8-0DB2F872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187136-4F64-63C8-F6A1-216475835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3FCB73-E3DA-7B24-78F4-044413EF8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7BC8A-B07A-4F5F-8D6A-3594B312B176}" type="datetimeFigureOut">
              <a:rPr lang="de-IT" smtClean="0"/>
              <a:t>10.02.2026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967A24-D20B-35AB-0DF9-C87E18522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89D806-83C2-C096-AAC0-3276574BF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6989F-02CF-4C56-951A-1BBEE22FF353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406030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0F2B8BE4-1A1A-82F8-5E23-B3B3D340D020}"/>
              </a:ext>
            </a:extLst>
          </p:cNvPr>
          <p:cNvSpPr/>
          <p:nvPr/>
        </p:nvSpPr>
        <p:spPr>
          <a:xfrm>
            <a:off x="3552061" y="1492691"/>
            <a:ext cx="3588636" cy="330267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IT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63664880-920E-BA93-239A-CADA801F71DF}"/>
              </a:ext>
            </a:extLst>
          </p:cNvPr>
          <p:cNvGrpSpPr/>
          <p:nvPr/>
        </p:nvGrpSpPr>
        <p:grpSpPr>
          <a:xfrm>
            <a:off x="3833105" y="1733814"/>
            <a:ext cx="2560553" cy="607273"/>
            <a:chOff x="3860025" y="1954442"/>
            <a:chExt cx="2560553" cy="607273"/>
          </a:xfrm>
        </p:grpSpPr>
        <p:sp>
          <p:nvSpPr>
            <p:cNvPr id="5" name="Pfeil: nach links 4">
              <a:extLst>
                <a:ext uri="{FF2B5EF4-FFF2-40B4-BE49-F238E27FC236}">
                  <a16:creationId xmlns:a16="http://schemas.microsoft.com/office/drawing/2014/main" id="{1D8B3CDC-10C9-0B7F-1FB8-2EC31051DAC1}"/>
                </a:ext>
              </a:extLst>
            </p:cNvPr>
            <p:cNvSpPr>
              <a:spLocks/>
            </p:cNvSpPr>
            <p:nvPr/>
          </p:nvSpPr>
          <p:spPr>
            <a:xfrm>
              <a:off x="3860025" y="1954442"/>
              <a:ext cx="691035" cy="607273"/>
            </a:xfrm>
            <a:prstGeom prst="lef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IT" dirty="0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1BDF4954-9F88-F8F0-2CD6-3CAE47AA7AAF}"/>
                </a:ext>
              </a:extLst>
            </p:cNvPr>
            <p:cNvSpPr txBox="1">
              <a:spLocks/>
            </p:cNvSpPr>
            <p:nvPr/>
          </p:nvSpPr>
          <p:spPr>
            <a:xfrm>
              <a:off x="5094349" y="2073413"/>
              <a:ext cx="1326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GO LEFT</a:t>
              </a:r>
              <a:endParaRPr lang="de-IT" dirty="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4CEDA8E-C0E9-E5D2-24C4-1AFB0BF5338A}"/>
              </a:ext>
            </a:extLst>
          </p:cNvPr>
          <p:cNvGrpSpPr/>
          <p:nvPr/>
        </p:nvGrpSpPr>
        <p:grpSpPr>
          <a:xfrm>
            <a:off x="3811164" y="2535620"/>
            <a:ext cx="2610577" cy="607273"/>
            <a:chOff x="3860025" y="2746466"/>
            <a:chExt cx="2610577" cy="607273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834A200-C2DB-36BC-4964-82A8EDE13624}"/>
                </a:ext>
              </a:extLst>
            </p:cNvPr>
            <p:cNvSpPr txBox="1"/>
            <p:nvPr/>
          </p:nvSpPr>
          <p:spPr>
            <a:xfrm>
              <a:off x="5144373" y="2865437"/>
              <a:ext cx="1326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GO RIGHT</a:t>
              </a:r>
              <a:endParaRPr lang="de-IT" dirty="0"/>
            </a:p>
          </p:txBody>
        </p:sp>
        <p:sp>
          <p:nvSpPr>
            <p:cNvPr id="8" name="Pfeil: nach links 7">
              <a:extLst>
                <a:ext uri="{FF2B5EF4-FFF2-40B4-BE49-F238E27FC236}">
                  <a16:creationId xmlns:a16="http://schemas.microsoft.com/office/drawing/2014/main" id="{11CCAA23-F124-FE62-3C1D-9D5D8260CA43}"/>
                </a:ext>
              </a:extLst>
            </p:cNvPr>
            <p:cNvSpPr/>
            <p:nvPr/>
          </p:nvSpPr>
          <p:spPr>
            <a:xfrm rot="10800000">
              <a:off x="3860025" y="2746466"/>
              <a:ext cx="691035" cy="607273"/>
            </a:xfrm>
            <a:prstGeom prst="leftArrow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IT"/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04BA44B-F576-2536-2CC0-63FF59EF92AF}"/>
              </a:ext>
            </a:extLst>
          </p:cNvPr>
          <p:cNvGrpSpPr/>
          <p:nvPr/>
        </p:nvGrpSpPr>
        <p:grpSpPr>
          <a:xfrm>
            <a:off x="3811164" y="3337426"/>
            <a:ext cx="2046347" cy="530491"/>
            <a:chOff x="3860025" y="3552898"/>
            <a:chExt cx="2046347" cy="530491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8FDF75CB-8713-3A6F-D1B8-6F5A555B0655}"/>
                </a:ext>
              </a:extLst>
            </p:cNvPr>
            <p:cNvSpPr/>
            <p:nvPr/>
          </p:nvSpPr>
          <p:spPr>
            <a:xfrm>
              <a:off x="3860025" y="3552898"/>
              <a:ext cx="1033062" cy="5304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IT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7557830C-7920-DBF4-FBB0-CAB2C5ED0571}"/>
                </a:ext>
              </a:extLst>
            </p:cNvPr>
            <p:cNvSpPr txBox="1"/>
            <p:nvPr/>
          </p:nvSpPr>
          <p:spPr>
            <a:xfrm>
              <a:off x="3947859" y="3630824"/>
              <a:ext cx="857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SPACE</a:t>
              </a:r>
              <a:endParaRPr lang="de-IT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E56A40FB-52D5-AE50-327E-5ACCE0B176A5}"/>
                </a:ext>
              </a:extLst>
            </p:cNvPr>
            <p:cNvSpPr txBox="1"/>
            <p:nvPr/>
          </p:nvSpPr>
          <p:spPr>
            <a:xfrm>
              <a:off x="5144373" y="3623232"/>
              <a:ext cx="761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/>
                <a:t>JUMP</a:t>
              </a:r>
              <a:endParaRPr lang="de-IT" dirty="0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57F467-C4F8-19F6-999B-331EB55F85E8}"/>
              </a:ext>
            </a:extLst>
          </p:cNvPr>
          <p:cNvGrpSpPr/>
          <p:nvPr/>
        </p:nvGrpSpPr>
        <p:grpSpPr>
          <a:xfrm>
            <a:off x="3811164" y="4062449"/>
            <a:ext cx="3231810" cy="530491"/>
            <a:chOff x="3860025" y="4174131"/>
            <a:chExt cx="3231810" cy="530491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294586AF-6069-86A6-9445-5B9D4FC44766}"/>
                </a:ext>
              </a:extLst>
            </p:cNvPr>
            <p:cNvSpPr/>
            <p:nvPr/>
          </p:nvSpPr>
          <p:spPr>
            <a:xfrm>
              <a:off x="3860025" y="4174131"/>
              <a:ext cx="575446" cy="53049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IT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0FB4EA1-9E0C-021B-74F4-661B02F1D418}"/>
                </a:ext>
              </a:extLst>
            </p:cNvPr>
            <p:cNvSpPr txBox="1"/>
            <p:nvPr/>
          </p:nvSpPr>
          <p:spPr>
            <a:xfrm>
              <a:off x="3957830" y="4254710"/>
              <a:ext cx="379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</a:t>
              </a:r>
              <a:endParaRPr lang="de-IT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3F05F7F0-809A-9ECF-CD63-E2CE352D5797}"/>
                </a:ext>
              </a:extLst>
            </p:cNvPr>
            <p:cNvSpPr txBox="1"/>
            <p:nvPr/>
          </p:nvSpPr>
          <p:spPr>
            <a:xfrm>
              <a:off x="5162243" y="4254710"/>
              <a:ext cx="19295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/>
                <a:t>THROW BOTTLE</a:t>
              </a:r>
              <a:endParaRPr lang="de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465989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Tappeiner</dc:creator>
  <cp:lastModifiedBy>Robert Tappeiner</cp:lastModifiedBy>
  <cp:revision>1</cp:revision>
  <dcterms:created xsi:type="dcterms:W3CDTF">2026-02-10T21:07:36Z</dcterms:created>
  <dcterms:modified xsi:type="dcterms:W3CDTF">2026-02-10T21:23:14Z</dcterms:modified>
</cp:coreProperties>
</file>